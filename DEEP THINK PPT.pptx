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97" r:id="rId3"/>
    <p:sldId id="499" r:id="rId4"/>
    <p:sldId id="500" r:id="rId5"/>
    <p:sldId id="501" r:id="rId6"/>
    <p:sldId id="502" r:id="rId7"/>
    <p:sldId id="508" r:id="rId8"/>
    <p:sldId id="503" r:id="rId9"/>
    <p:sldId id="504" r:id="rId10"/>
    <p:sldId id="506" r:id="rId11"/>
    <p:sldId id="507" r:id="rId12"/>
    <p:sldId id="269" r:id="rId1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37" autoAdjust="0"/>
    <p:restoredTop sz="89313" autoAdjust="0"/>
  </p:normalViewPr>
  <p:slideViewPr>
    <p:cSldViewPr>
      <p:cViewPr varScale="1">
        <p:scale>
          <a:sx n="75" d="100"/>
          <a:sy n="75" d="100"/>
        </p:scale>
        <p:origin x="1171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024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Pre-Final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826575"/>
              </p:ext>
            </p:extLst>
          </p:nvPr>
        </p:nvGraphicFramePr>
        <p:xfrm>
          <a:off x="1696134" y="3086002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2301730100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Shubham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2301730126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Suryansh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1915589" y="1119792"/>
            <a:ext cx="56570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ctr"/>
            <a:r>
              <a:rPr lang="en-IN" sz="1800" b="0" i="0" u="none" strike="noStrike" baseline="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IN" sz="1800" b="1" i="0" u="none" strike="noStrike" baseline="0" dirty="0">
                <a:solidFill>
                  <a:srgbClr val="000000"/>
                </a:solidFill>
                <a:latin typeface="Verdana" panose="020B0604030504040204" pitchFamily="34" charset="0"/>
              </a:rPr>
              <a:t>AI-Based-Smart-Eco-Air-Pollution-Control-System </a:t>
            </a:r>
            <a:endParaRPr lang="en-IN" sz="4000" b="1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Mr. Anurag Singh </a:t>
            </a: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71499" y="1268760"/>
            <a:ext cx="9001001" cy="4429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dirty="0"/>
              <a:t>Air pollution is a major environmental and health challenge, especially in urban and semi-urban regions.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A significant amount of pollution originates from </a:t>
            </a:r>
            <a:r>
              <a:rPr lang="en-US" sz="2000" b="1" dirty="0"/>
              <a:t>point sources</a:t>
            </a:r>
            <a:r>
              <a:rPr lang="en-US" sz="2000" dirty="0"/>
              <a:t> such as industrial chimneys, workshops, enclosed spaces, and poorly ventilated areas.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Existing air purification systems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Mostly designed for </a:t>
            </a:r>
            <a:r>
              <a:rPr lang="en-US" sz="2000" b="1" dirty="0"/>
              <a:t>indoor environments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Expensive</a:t>
            </a:r>
            <a:r>
              <a:rPr lang="en-US" sz="2000" dirty="0"/>
              <a:t> and difficult to maintain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Dependent on </a:t>
            </a:r>
            <a:r>
              <a:rPr lang="en-US" sz="2000" b="1" dirty="0"/>
              <a:t>synthetic, non-biodegradable filters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Conventional solutions work </a:t>
            </a:r>
            <a:r>
              <a:rPr lang="en-US" sz="2000" b="1" dirty="0"/>
              <a:t>after pollution has already dispersed</a:t>
            </a:r>
            <a:r>
              <a:rPr lang="en-US" sz="2000" dirty="0"/>
              <a:t>, making them inefficient and energy-intensive.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Lack of </a:t>
            </a:r>
            <a:r>
              <a:rPr lang="en-US" sz="2000" b="1" dirty="0"/>
              <a:t>real-time intelligence and adaptive response</a:t>
            </a:r>
            <a:r>
              <a:rPr lang="en-US" sz="2000" dirty="0"/>
              <a:t> further reduces system efficiency.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➡️ </a:t>
            </a:r>
            <a:r>
              <a:rPr lang="en-US" sz="2000" b="1" dirty="0"/>
              <a:t>Hence, there is a need for a low-cost, eco-friendly, intelligent system that controls pollution directly at the source before it spreads.</a:t>
            </a:r>
            <a:endParaRPr lang="en-US" sz="20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39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7"/>
            <a:ext cx="8640960" cy="453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/>
              <a:t>To design an </a:t>
            </a:r>
            <a:r>
              <a:rPr lang="en-US" sz="2400" b="1" dirty="0"/>
              <a:t>IoT-based air pollution control system</a:t>
            </a:r>
            <a:r>
              <a:rPr lang="en-US" sz="2400" dirty="0"/>
              <a:t> for source-level pollution reduction.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To utilize </a:t>
            </a:r>
            <a:r>
              <a:rPr lang="en-US" sz="2400" b="1" dirty="0"/>
              <a:t>eco-friendly materials</a:t>
            </a:r>
            <a:r>
              <a:rPr lang="en-US" sz="2400" dirty="0"/>
              <a:t> such as bamboo and charcoal for sustainable air filtration.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To monitor air quality in </a:t>
            </a:r>
            <a:r>
              <a:rPr lang="en-US" sz="2400" b="1" dirty="0"/>
              <a:t>real time</a:t>
            </a:r>
            <a:r>
              <a:rPr lang="en-US" sz="2400" dirty="0"/>
              <a:t> using PM2.5 and gas sensors.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To implement </a:t>
            </a:r>
            <a:r>
              <a:rPr lang="en-US" sz="2400" b="1" dirty="0"/>
              <a:t>automatic system activation</a:t>
            </a:r>
            <a:r>
              <a:rPr lang="en-US" sz="2400" dirty="0"/>
              <a:t> based on pollution threshold levels.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To integrate </a:t>
            </a:r>
            <a:r>
              <a:rPr lang="en-US" sz="2400" b="1" dirty="0"/>
              <a:t>AI-based decision logic</a:t>
            </a:r>
            <a:r>
              <a:rPr lang="en-US" sz="2400" dirty="0"/>
              <a:t> for adaptive purification control.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To ensure </a:t>
            </a:r>
            <a:r>
              <a:rPr lang="en-US" sz="2400" b="1" dirty="0"/>
              <a:t>low cost, scalability, and suitability</a:t>
            </a:r>
            <a:r>
              <a:rPr lang="en-US" sz="2400" dirty="0"/>
              <a:t> for both indoor and outdoor environments.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660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5178" y="423002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8272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142618-FEF2-48D6-93D0-B778E147A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C67E883-84E2-4D75-AA21-CAB5B563E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81" y="1693915"/>
            <a:ext cx="842493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dirty="0"/>
              <a:t>✅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Source-level pollution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dirty="0"/>
              <a:t>✅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IoT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dirty="0"/>
              <a:t>✅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AI-driven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dirty="0"/>
              <a:t>✅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Eco-friendly filtration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dirty="0"/>
              <a:t>✅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Low-cost and scalable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dirty="0"/>
              <a:t>✅ </a:t>
            </a:r>
            <a:r>
              <a:rPr lang="en-US" altLang="en-US" sz="2400" dirty="0">
                <a:latin typeface="Arial" panose="020B0604020202020204" pitchFamily="34" charset="0"/>
              </a:rPr>
              <a:t>Automatic Threshold – based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dirty="0"/>
              <a:t>✅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Indoor and Outdoor Deployment support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400" dirty="0"/>
              <a:t>✅ </a:t>
            </a:r>
            <a:r>
              <a:rPr lang="en-US" altLang="en-US" sz="2400" dirty="0">
                <a:latin typeface="Arial" panose="020B0604020202020204" pitchFamily="34" charset="0"/>
              </a:rPr>
              <a:t>Energy efficient Operations 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14933" y="247300"/>
            <a:ext cx="42466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953160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853C0C81-6EEF-4F55-88A2-23B2E76FD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33" y="1290822"/>
            <a:ext cx="784887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Industrial Areas &amp; Chimneys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installed near industrial chimneys and emission points to reduce pollution at the source.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Workshops and Manufacturing Units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Controls dust, smoke, and harmful gases generated during manufacturing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Commercial and Public Spaces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malls, parking areas, markets, and other high-footfall zones with poor ventilation.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Educational Institutions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deployed in classrooms, laboratories, and corridors to improve indoor air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Semi-Urban and Rural Locations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in areas lacking access to expensive air purification infrastructure.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Indoor Enclosed Spaces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maintain healthier air in rooms, basements, and storage areas.</a:t>
            </a: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14933" y="247300"/>
            <a:ext cx="363753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Scope 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953160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6B0FDB-7C27-4D91-9EB0-EF3E4A2FA57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23528" y="1690062"/>
            <a:ext cx="8244408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Focuses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localized, source-level air pollution control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rather than ambient air purification.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air quality monitoring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IoT sensors.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and intelligent operation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AI-based decision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Promotes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eco-friendly and sustainable filtration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bamboo and charcoal.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Designed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low-cost implementation and scalability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wider adoption.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be extended to include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monitoring, mobile applications, and advanced ML-based prediction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future versions.</a:t>
            </a:r>
          </a:p>
        </p:txBody>
      </p:sp>
    </p:spTree>
    <p:extLst>
      <p:ext uri="{BB962C8B-B14F-4D97-AF65-F5344CB8AC3E}">
        <p14:creationId xmlns:p14="http://schemas.microsoft.com/office/powerpoint/2010/main" val="4161148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42326"/>
            <a:ext cx="799526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A324D3-2F48-4C23-B440-1E14A21095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32" y="2035163"/>
            <a:ext cx="8784975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2793D5-1F7C-43FC-BDEF-20387322BC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293834"/>
            <a:ext cx="7344816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37238" y="1340768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A723EF-393A-4012-852F-B6AB079F4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32856" y="1937948"/>
            <a:ext cx="1211742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8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/>
              <a:t>✅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Reduction in air pollution at source locations</a:t>
            </a: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/>
              <a:t>✅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Improvement in local air quality</a:t>
            </a: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/>
              <a:t>✅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monitoring of pollution levels</a:t>
            </a: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/>
              <a:t>✅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and efficient system operation</a:t>
            </a: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/>
              <a:t>✅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Eco-friendly alternative to synthetic filters</a:t>
            </a: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/>
              <a:t>✅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Low-cost solution suitable for wide deployment</a:t>
            </a: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36F631-A808-44F3-9268-EC8724B6573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" t="14975" r="1963" b="29919"/>
          <a:stretch/>
        </p:blipFill>
        <p:spPr>
          <a:xfrm>
            <a:off x="251520" y="1630131"/>
            <a:ext cx="8712968" cy="386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6182</TotalTime>
  <Words>601</Words>
  <Application>Microsoft Office PowerPoint</Application>
  <PresentationFormat>On-screen Show (4:3)</PresentationFormat>
  <Paragraphs>89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Garamond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SHUBHAM</cp:lastModifiedBy>
  <cp:revision>318</cp:revision>
  <cp:lastPrinted>2022-09-05T08:43:44Z</cp:lastPrinted>
  <dcterms:created xsi:type="dcterms:W3CDTF">2020-01-16T09:05:56Z</dcterms:created>
  <dcterms:modified xsi:type="dcterms:W3CDTF">2026-02-02T15:18:41Z</dcterms:modified>
</cp:coreProperties>
</file>